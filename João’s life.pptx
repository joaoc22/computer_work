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74" autoAdjust="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06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25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8/14/2023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10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56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172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67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261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43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82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79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62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50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FFC51-6814-4B2E-88E7-0E41978FB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João’s</a:t>
            </a:r>
            <a:r>
              <a:rPr lang="pt-BR" dirty="0"/>
              <a:t> </a:t>
            </a:r>
            <a:r>
              <a:rPr lang="pt-BR" dirty="0" err="1"/>
              <a:t>life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2FFC49-51C3-4AF9-A022-6D240B5806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Short </a:t>
            </a:r>
            <a:r>
              <a:rPr lang="pt-BR" dirty="0" err="1"/>
              <a:t>presentation</a:t>
            </a:r>
            <a:r>
              <a:rPr lang="pt-BR" dirty="0"/>
              <a:t> </a:t>
            </a:r>
            <a:r>
              <a:rPr lang="pt-BR" dirty="0" err="1"/>
              <a:t>about</a:t>
            </a:r>
            <a:r>
              <a:rPr lang="pt-BR" dirty="0"/>
              <a:t> </a:t>
            </a:r>
            <a:r>
              <a:rPr lang="pt-BR" dirty="0" err="1"/>
              <a:t>João’s</a:t>
            </a:r>
            <a:r>
              <a:rPr lang="pt-BR" dirty="0"/>
              <a:t> </a:t>
            </a:r>
            <a:r>
              <a:rPr lang="pt-BR" dirty="0" err="1"/>
              <a:t>life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686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2C333-C421-4D38-A39F-04066097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Formation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work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34F11D-5DB5-4982-A93A-77EA6F747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4050792"/>
          </a:xfrm>
        </p:spPr>
        <p:txBody>
          <a:bodyPr/>
          <a:lstStyle/>
          <a:p>
            <a:r>
              <a:rPr lang="pt-BR" dirty="0" err="1"/>
              <a:t>Mechatronics</a:t>
            </a:r>
            <a:r>
              <a:rPr lang="pt-BR" dirty="0"/>
              <a:t> </a:t>
            </a:r>
            <a:r>
              <a:rPr lang="pt-BR" dirty="0" err="1"/>
              <a:t>technichian</a:t>
            </a:r>
            <a:r>
              <a:rPr lang="pt-BR" dirty="0"/>
              <a:t>, </a:t>
            </a:r>
            <a:r>
              <a:rPr lang="pt-BR" dirty="0" err="1"/>
              <a:t>graduated</a:t>
            </a:r>
            <a:r>
              <a:rPr lang="pt-BR" dirty="0"/>
              <a:t> in 2015.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I </a:t>
            </a:r>
            <a:r>
              <a:rPr lang="pt-BR" dirty="0" err="1"/>
              <a:t>currently</a:t>
            </a:r>
            <a:r>
              <a:rPr lang="pt-BR" dirty="0"/>
              <a:t> </a:t>
            </a:r>
            <a:r>
              <a:rPr lang="pt-BR" dirty="0" err="1"/>
              <a:t>work</a:t>
            </a:r>
            <a:r>
              <a:rPr lang="pt-BR" dirty="0"/>
              <a:t> </a:t>
            </a:r>
            <a:r>
              <a:rPr lang="pt-BR" dirty="0" err="1"/>
              <a:t>at</a:t>
            </a:r>
            <a:r>
              <a:rPr lang="pt-BR" dirty="0"/>
              <a:t> EMBRAER S.A.</a:t>
            </a:r>
          </a:p>
        </p:txBody>
      </p:sp>
      <p:pic>
        <p:nvPicPr>
          <p:cNvPr id="1026" name="Picture 2" descr="ETEP - Formandos 2015/2016 | São José dos Campos SP">
            <a:extLst>
              <a:ext uri="{FF2B5EF4-FFF2-40B4-BE49-F238E27FC236}">
                <a16:creationId xmlns:a16="http://schemas.microsoft.com/office/drawing/2014/main" id="{D89C76EE-284E-415A-A103-50ABCA34F5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1" r="29135" b="26597"/>
          <a:stretch/>
        </p:blipFill>
        <p:spPr bwMode="auto">
          <a:xfrm>
            <a:off x="1063752" y="2655050"/>
            <a:ext cx="1233182" cy="111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grama de Estágio Embraer – Corporativo e Administrativo (Brasília e São  Paulo) - What's Rel?">
            <a:extLst>
              <a:ext uri="{FF2B5EF4-FFF2-40B4-BE49-F238E27FC236}">
                <a16:creationId xmlns:a16="http://schemas.microsoft.com/office/drawing/2014/main" id="{401050D1-C6AC-4515-B3D0-E4878DB7D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2" y="4749573"/>
            <a:ext cx="6229077" cy="1308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239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2C333-C421-4D38-A39F-04066097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Hard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softs</a:t>
            </a:r>
            <a:r>
              <a:rPr lang="pt-BR" dirty="0"/>
              <a:t> skills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34F11D-5DB5-4982-A93A-77EA6F747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My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 </a:t>
            </a:r>
            <a:r>
              <a:rPr lang="pt-BR" dirty="0" err="1"/>
              <a:t>softs</a:t>
            </a:r>
            <a:r>
              <a:rPr lang="pt-BR" dirty="0"/>
              <a:t> skills are:</a:t>
            </a:r>
          </a:p>
          <a:p>
            <a:pPr lvl="1"/>
            <a:r>
              <a:rPr lang="pt-BR" dirty="0"/>
              <a:t>Team </a:t>
            </a:r>
            <a:r>
              <a:rPr lang="pt-BR" dirty="0" err="1"/>
              <a:t>work</a:t>
            </a:r>
            <a:endParaRPr lang="pt-BR" dirty="0"/>
          </a:p>
          <a:p>
            <a:pPr lvl="1"/>
            <a:r>
              <a:rPr lang="pt-BR" dirty="0"/>
              <a:t>Communication</a:t>
            </a:r>
          </a:p>
          <a:p>
            <a:pPr lvl="1"/>
            <a:r>
              <a:rPr lang="pt-BR" dirty="0" err="1"/>
              <a:t>Adaptation</a:t>
            </a:r>
            <a:endParaRPr lang="pt-BR" dirty="0"/>
          </a:p>
          <a:p>
            <a:pPr lvl="1"/>
            <a:r>
              <a:rPr lang="pt-BR" dirty="0" err="1"/>
              <a:t>Leardership</a:t>
            </a:r>
            <a:endParaRPr lang="pt-BR" dirty="0"/>
          </a:p>
          <a:p>
            <a:pPr lvl="1"/>
            <a:endParaRPr lang="pt-BR" dirty="0"/>
          </a:p>
          <a:p>
            <a:r>
              <a:rPr lang="pt-BR" dirty="0" err="1"/>
              <a:t>My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 </a:t>
            </a:r>
            <a:r>
              <a:rPr lang="pt-BR" dirty="0" err="1"/>
              <a:t>hards</a:t>
            </a:r>
            <a:r>
              <a:rPr lang="pt-BR" dirty="0"/>
              <a:t> skills are:</a:t>
            </a:r>
          </a:p>
          <a:p>
            <a:pPr lvl="1"/>
            <a:r>
              <a:rPr lang="pt-BR" dirty="0" err="1"/>
              <a:t>Advanced</a:t>
            </a:r>
            <a:r>
              <a:rPr lang="pt-BR" dirty="0"/>
              <a:t> Excel</a:t>
            </a:r>
          </a:p>
          <a:p>
            <a:pPr lvl="1"/>
            <a:r>
              <a:rPr lang="pt-BR" dirty="0" err="1"/>
              <a:t>Knowledge</a:t>
            </a:r>
            <a:r>
              <a:rPr lang="pt-BR" dirty="0"/>
              <a:t> </a:t>
            </a:r>
            <a:r>
              <a:rPr lang="pt-BR" dirty="0" err="1"/>
              <a:t>about</a:t>
            </a:r>
            <a:r>
              <a:rPr lang="pt-BR" dirty="0"/>
              <a:t> </a:t>
            </a:r>
            <a:r>
              <a:rPr lang="pt-BR" dirty="0" err="1"/>
              <a:t>aircrafts</a:t>
            </a:r>
            <a:endParaRPr lang="pt-BR" dirty="0"/>
          </a:p>
          <a:p>
            <a:pPr lvl="1"/>
            <a:r>
              <a:rPr lang="pt-BR" dirty="0" err="1"/>
              <a:t>Knowledge</a:t>
            </a:r>
            <a:r>
              <a:rPr lang="pt-BR" dirty="0"/>
              <a:t> </a:t>
            </a:r>
            <a:r>
              <a:rPr lang="pt-BR" dirty="0" err="1"/>
              <a:t>about</a:t>
            </a:r>
            <a:r>
              <a:rPr lang="pt-BR" dirty="0"/>
              <a:t> </a:t>
            </a:r>
            <a:r>
              <a:rPr lang="pt-BR" dirty="0" err="1"/>
              <a:t>cars</a:t>
            </a:r>
            <a:endParaRPr lang="pt-BR" dirty="0"/>
          </a:p>
          <a:p>
            <a:pPr lvl="1"/>
            <a:r>
              <a:rPr lang="pt-BR" dirty="0" err="1"/>
              <a:t>Knowledge</a:t>
            </a:r>
            <a:r>
              <a:rPr lang="pt-BR" dirty="0"/>
              <a:t> Python </a:t>
            </a:r>
            <a:r>
              <a:rPr lang="pt-BR" dirty="0" err="1"/>
              <a:t>and</a:t>
            </a:r>
            <a:r>
              <a:rPr lang="pt-BR" dirty="0"/>
              <a:t> Power BI</a:t>
            </a:r>
          </a:p>
          <a:p>
            <a:pPr lvl="1"/>
            <a:endParaRPr lang="pt-BR" dirty="0"/>
          </a:p>
        </p:txBody>
      </p:sp>
      <p:pic>
        <p:nvPicPr>
          <p:cNvPr id="2052" name="Picture 4" descr="De Avião, Transporte Aéreo, Voo png transparente grátis">
            <a:extLst>
              <a:ext uri="{FF2B5EF4-FFF2-40B4-BE49-F238E27FC236}">
                <a16:creationId xmlns:a16="http://schemas.microsoft.com/office/drawing/2014/main" id="{C9567684-B2FF-4A9D-9C19-68347FDED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446" y="3779671"/>
            <a:ext cx="2495813" cy="221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rabalho em equipe – Palestrante Cláudio Tomanini → Palestrante  Motivacional em Vendas">
            <a:extLst>
              <a:ext uri="{FF2B5EF4-FFF2-40B4-BE49-F238E27FC236}">
                <a16:creationId xmlns:a16="http://schemas.microsoft.com/office/drawing/2014/main" id="{A1ACE819-78AE-4182-8B27-00813F4D8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008" y="2222194"/>
            <a:ext cx="3011123" cy="155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Lista tem 10 fórmulas de Microsoft Excel para todo tipo de trabalho">
            <a:extLst>
              <a:ext uri="{FF2B5EF4-FFF2-40B4-BE49-F238E27FC236}">
                <a16:creationId xmlns:a16="http://schemas.microsoft.com/office/drawing/2014/main" id="{393BDDEA-E40D-4BB4-91D8-23D7FE305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794" y="5226174"/>
            <a:ext cx="1994415" cy="1147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775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1D2F1-7B19-4E56-891F-AD9CF652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Life </a:t>
            </a:r>
            <a:r>
              <a:rPr lang="pt-BR" dirty="0" err="1"/>
              <a:t>experience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BEE033-FB2D-47C1-AE9D-BEC5614F8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4564618"/>
          </a:xfrm>
        </p:spPr>
        <p:txBody>
          <a:bodyPr>
            <a:normAutofit/>
          </a:bodyPr>
          <a:lstStyle/>
          <a:p>
            <a:r>
              <a:rPr lang="pt-BR" dirty="0"/>
              <a:t>I </a:t>
            </a:r>
            <a:r>
              <a:rPr lang="pt-BR" dirty="0" err="1"/>
              <a:t>was</a:t>
            </a:r>
            <a:r>
              <a:rPr lang="pt-BR" dirty="0"/>
              <a:t> </a:t>
            </a:r>
            <a:r>
              <a:rPr lang="pt-BR" dirty="0" err="1"/>
              <a:t>born</a:t>
            </a:r>
            <a:r>
              <a:rPr lang="pt-BR" dirty="0"/>
              <a:t> in São José dos Campos,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Dec</a:t>
            </a:r>
            <a:r>
              <a:rPr lang="pt-BR" dirty="0"/>
              <a:t>/20/1998.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In 2017 i </a:t>
            </a:r>
            <a:r>
              <a:rPr lang="pt-BR" dirty="0" err="1"/>
              <a:t>moved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Araraquara.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In 2021 i </a:t>
            </a:r>
            <a:r>
              <a:rPr lang="pt-BR" dirty="0" err="1"/>
              <a:t>moved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Lisbon</a:t>
            </a:r>
            <a:r>
              <a:rPr lang="pt-BR" dirty="0"/>
              <a:t>, Portugal. 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In 2022 i </a:t>
            </a:r>
            <a:r>
              <a:rPr lang="pt-BR" dirty="0" err="1"/>
              <a:t>returned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São José dos Campos. </a:t>
            </a:r>
          </a:p>
        </p:txBody>
      </p:sp>
      <p:pic>
        <p:nvPicPr>
          <p:cNvPr id="3074" name="Picture 2" descr="Bandeira - Prefeitura de São José dos Campos">
            <a:extLst>
              <a:ext uri="{FF2B5EF4-FFF2-40B4-BE49-F238E27FC236}">
                <a16:creationId xmlns:a16="http://schemas.microsoft.com/office/drawing/2014/main" id="{BC53CAE8-7531-4AE0-A4E2-B41B775B8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334" y="2535381"/>
            <a:ext cx="1333599" cy="78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andeira de Araraquara – Wikipédia, a enciclopédia livre">
            <a:extLst>
              <a:ext uri="{FF2B5EF4-FFF2-40B4-BE49-F238E27FC236}">
                <a16:creationId xmlns:a16="http://schemas.microsoft.com/office/drawing/2014/main" id="{13F63F15-7025-4CF1-85D5-2E6838955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334" y="3791686"/>
            <a:ext cx="1125056" cy="78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CCCEED6-7EF9-4A0A-A850-511086637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334" y="5050842"/>
            <a:ext cx="1390698" cy="808923"/>
          </a:xfrm>
          <a:prstGeom prst="rect">
            <a:avLst/>
          </a:prstGeom>
        </p:spPr>
      </p:pic>
      <p:pic>
        <p:nvPicPr>
          <p:cNvPr id="8" name="Picture 6" descr="Programa de Estágio Embraer – Corporativo e Administrativo (Brasília e São  Paulo) - What's Rel?">
            <a:extLst>
              <a:ext uri="{FF2B5EF4-FFF2-40B4-BE49-F238E27FC236}">
                <a16:creationId xmlns:a16="http://schemas.microsoft.com/office/drawing/2014/main" id="{5A2FEB46-B977-4045-BDA8-5570F230F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05" y="3833631"/>
            <a:ext cx="3471896" cy="72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Programa de Estágio Embraer – Corporativo e Administrativo (Brasília e São  Paulo) - What's Rel?">
            <a:extLst>
              <a:ext uri="{FF2B5EF4-FFF2-40B4-BE49-F238E27FC236}">
                <a16:creationId xmlns:a16="http://schemas.microsoft.com/office/drawing/2014/main" id="{6F3632E4-F9DE-4E0D-AD01-00365A7F2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334" y="6332347"/>
            <a:ext cx="2258289" cy="47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rodutos para piscinas">
            <a:extLst>
              <a:ext uri="{FF2B5EF4-FFF2-40B4-BE49-F238E27FC236}">
                <a16:creationId xmlns:a16="http://schemas.microsoft.com/office/drawing/2014/main" id="{BD4B881B-6D23-4C73-880F-5079CFAD1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518" y="5103080"/>
            <a:ext cx="1638427" cy="73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8563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ira">
  <a:themeElements>
    <a:clrScheme name="Tipo de Madei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o de Madei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ipo de Madei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TM03090434[[fn=Tipo de Madeira]]</Template>
  <TotalTime>31</TotalTime>
  <Words>103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Rockwell</vt:lpstr>
      <vt:lpstr>Rockwell Condensed</vt:lpstr>
      <vt:lpstr>Wingdings</vt:lpstr>
      <vt:lpstr>Tipo de Madeira</vt:lpstr>
      <vt:lpstr>João’s life</vt:lpstr>
      <vt:lpstr>Formation and work</vt:lpstr>
      <vt:lpstr>Hard and softs skills</vt:lpstr>
      <vt:lpstr>Life experience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João’s life</dc:title>
  <dc:creator>Fatec</dc:creator>
  <cp:lastModifiedBy>Fatec</cp:lastModifiedBy>
  <cp:revision>7</cp:revision>
  <dcterms:created xsi:type="dcterms:W3CDTF">2023-08-14T22:50:22Z</dcterms:created>
  <dcterms:modified xsi:type="dcterms:W3CDTF">2023-08-14T23:22:05Z</dcterms:modified>
</cp:coreProperties>
</file>